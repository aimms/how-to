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FC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79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120" y="10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892D4-4F09-83FB-549B-0BA569A623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87F3EC-960E-0A46-B62E-D761B125AA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676A19-8DDC-8569-8C8B-9EF0C5CEB5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76746-8A61-41AA-94D9-AB80B57EEF87}" type="datetimeFigureOut">
              <a:rPr lang="LID4096" smtClean="0"/>
              <a:t>08/07/2025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38A58E-8BA7-23B1-CE20-19F188DEC8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310810-1C05-B34D-1B20-21DFB8366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D9358C-AD06-4EAA-8039-3013E4BF50A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941074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0774C-825D-694F-225B-3C22E7B2A0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2A36BE-118D-B30B-47FF-C3662CAFDC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B0CD03-8A5E-7501-ADD8-D0E98E657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76746-8A61-41AA-94D9-AB80B57EEF87}" type="datetimeFigureOut">
              <a:rPr lang="LID4096" smtClean="0"/>
              <a:t>08/07/2025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8F54ED-5148-D030-40E1-FB1411C00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9C8CA3-253E-4ED2-B725-6D54D1F2CC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D9358C-AD06-4EAA-8039-3013E4BF50A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151362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72A78-78D8-FEF9-6C84-F6FB263D1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36D1A-2825-E38A-EE49-F6F1F6CEDD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C57B68-4351-9634-E832-3849EAA6DB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76746-8A61-41AA-94D9-AB80B57EEF87}" type="datetimeFigureOut">
              <a:rPr lang="LID4096" smtClean="0"/>
              <a:t>08/07/2025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BA4839-2D76-49AC-DA14-5D64FC8C1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3FF7C7-C6C0-1C7F-1F28-447776BBA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D9358C-AD06-4EAA-8039-3013E4BF50A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332297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904E6-89A0-041B-9B30-814072C71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008AF9-2A7D-5407-1F12-55B9101A9E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A073A3-E6EA-7C48-8DF0-BF62504608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3C05C2-A4F8-C296-47A5-4660FCD663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76746-8A61-41AA-94D9-AB80B57EEF87}" type="datetimeFigureOut">
              <a:rPr lang="LID4096" smtClean="0"/>
              <a:t>08/07/2025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60BA01-E026-EC92-3167-DF94AD5FB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9E8C63-46B1-62DE-60A3-FD601D457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D9358C-AD06-4EAA-8039-3013E4BF50A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61319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A4A81-5A2B-823A-48B4-D29E9E180C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304BDC-93F7-9CED-D3C2-2EBF5B33A2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C0C11B-6AB3-61EB-84D7-6FF38240BC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ECEEFEC-D751-E5A1-5ED7-764FDF7BD6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420D09-6EF6-9B5F-886F-B8210C5CE0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AB9E85E-9D4F-0ADC-E5F4-7121BD0896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76746-8A61-41AA-94D9-AB80B57EEF87}" type="datetimeFigureOut">
              <a:rPr lang="LID4096" smtClean="0"/>
              <a:t>08/07/2025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825877-3A26-2AF6-FB33-CC4849559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1FD2925-1D6C-12B1-CE3D-FEC223EF1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D9358C-AD06-4EAA-8039-3013E4BF50A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747600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77FE3-BEFD-83F5-9E13-C73718B7D0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58AD72-2578-B504-31DF-28412EAA8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76746-8A61-41AA-94D9-AB80B57EEF87}" type="datetimeFigureOut">
              <a:rPr lang="LID4096" smtClean="0"/>
              <a:t>08/07/2025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730448-B3F5-D35E-1B52-887F52C1C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2F94DB-82DB-A5DB-C761-4214D4BEA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D9358C-AD06-4EAA-8039-3013E4BF50A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338287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F63A08-51B6-8A2B-42DD-3F6B73C7C2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76746-8A61-41AA-94D9-AB80B57EEF87}" type="datetimeFigureOut">
              <a:rPr lang="LID4096" smtClean="0"/>
              <a:t>08/07/2025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DBEB65-19FE-12A0-83CB-5C7C30BFB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7608BC-59EA-E682-6BFE-278DECF7C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D9358C-AD06-4EAA-8039-3013E4BF50A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125264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AFDD85-1BE3-47E8-7035-550140F2C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7529A4-CE32-0314-66AB-7296EB8A48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F12D1F-EE28-37AC-D76D-5A584E3845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FC44F5-E108-B9C0-C750-C5CC1DB60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76746-8A61-41AA-94D9-AB80B57EEF87}" type="datetimeFigureOut">
              <a:rPr lang="LID4096" smtClean="0"/>
              <a:t>08/07/2025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83FA3C-E9BA-3E4A-8E79-6E8784E90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0A9969-3D77-A45E-C74C-AF8D374E1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D9358C-AD06-4EAA-8039-3013E4BF50A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33225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DFFC6-420E-9DFB-4777-6DEC29E68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00205C-8780-5913-AD8C-A665D180E76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F03661-349C-C734-04F6-8C777164E8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25BE36-F673-1DA2-89C1-C86BD2D5B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76746-8A61-41AA-94D9-AB80B57EEF87}" type="datetimeFigureOut">
              <a:rPr lang="LID4096" smtClean="0"/>
              <a:t>08/07/2025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7998B4-39C0-9482-6D6F-0D29D5AE6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ECD494-FB61-BAF1-EDC8-98036A490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D9358C-AD06-4EAA-8039-3013E4BF50A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365233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29EA9-D4AA-126B-47AC-BA02709B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72C365-8895-742C-E796-FF664DFAB2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657FF8-D455-1ACC-C7F3-CFDC9AA69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76746-8A61-41AA-94D9-AB80B57EEF87}" type="datetimeFigureOut">
              <a:rPr lang="LID4096" smtClean="0"/>
              <a:t>08/07/2025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601F8C-DEE4-C6C3-A4F3-7EE3D6E0B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7CF8D8-E91A-7DEA-D47A-69B12626BC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D9358C-AD06-4EAA-8039-3013E4BF50A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672571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A1A73C-C2CF-EE68-F388-27B89282A6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4D12F1-07F1-A976-BA2C-16A6B39CBE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B2E0E4-1F0A-294B-EA4D-80504058A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76746-8A61-41AA-94D9-AB80B57EEF87}" type="datetimeFigureOut">
              <a:rPr lang="LID4096" smtClean="0"/>
              <a:t>08/07/2025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5A5F7C-6E92-9367-F684-F3D627C519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877E31-E5CD-8AED-5B1B-A36580881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D9358C-AD06-4EAA-8039-3013E4BF50A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388384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0C5D177-ABF0-0EE9-3BB5-1C2C40D006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9897BE-9C1B-12BA-704D-6A96924857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0D3A97-DF58-A55F-6B91-B0E13AEF0DB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D76746-8A61-41AA-94D9-AB80B57EEF87}" type="datetimeFigureOut">
              <a:rPr lang="LID4096" smtClean="0"/>
              <a:t>08/07/2025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D50642-89EC-6131-B4CB-DAF8E039E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11B757-AC50-E651-9DC4-84F35A36FE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D9358C-AD06-4EAA-8039-3013E4BF50A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435885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CDDBB1B-5D81-4B4F-45EB-4B2413C2BD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7739" y="3925137"/>
            <a:ext cx="2724530" cy="231489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242ECD5-73A7-2D79-AE74-8613176E9618}"/>
              </a:ext>
            </a:extLst>
          </p:cNvPr>
          <p:cNvSpPr/>
          <p:nvPr/>
        </p:nvSpPr>
        <p:spPr>
          <a:xfrm>
            <a:off x="398439" y="407440"/>
            <a:ext cx="2431847" cy="1080000"/>
          </a:xfrm>
          <a:prstGeom prst="rect">
            <a:avLst/>
          </a:prstGeom>
          <a:noFill/>
          <a:ln>
            <a:solidFill>
              <a:srgbClr val="FCFC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5" name="Picture 4" descr="A green and white logo&#10;&#10;AI-generated content may be incorrect.">
            <a:extLst>
              <a:ext uri="{FF2B5EF4-FFF2-40B4-BE49-F238E27FC236}">
                <a16:creationId xmlns:a16="http://schemas.microsoft.com/office/drawing/2014/main" id="{71CC7E00-0033-DA9F-23EB-F0827A30D4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4362" y="587440"/>
            <a:ext cx="720000" cy="720000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85A70742-F46E-D134-2F32-D1122C283C5A}"/>
              </a:ext>
            </a:extLst>
          </p:cNvPr>
          <p:cNvSpPr/>
          <p:nvPr/>
        </p:nvSpPr>
        <p:spPr>
          <a:xfrm>
            <a:off x="3109483" y="2108061"/>
            <a:ext cx="2431847" cy="1080000"/>
          </a:xfrm>
          <a:prstGeom prst="rect">
            <a:avLst/>
          </a:prstGeom>
          <a:noFill/>
          <a:ln>
            <a:solidFill>
              <a:srgbClr val="FCFC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27" name="Picture 26" descr="A yellow and grey wrench&#10;&#10;AI-generated content may be incorrect.">
            <a:extLst>
              <a:ext uri="{FF2B5EF4-FFF2-40B4-BE49-F238E27FC236}">
                <a16:creationId xmlns:a16="http://schemas.microsoft.com/office/drawing/2014/main" id="{6E3C2CD1-CB84-CBFC-9CE4-AB94DF2110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5406" y="2288061"/>
            <a:ext cx="720000" cy="72000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38386A02-1047-84FE-E951-AC02CEDCD050}"/>
              </a:ext>
            </a:extLst>
          </p:cNvPr>
          <p:cNvSpPr/>
          <p:nvPr/>
        </p:nvSpPr>
        <p:spPr>
          <a:xfrm>
            <a:off x="5746591" y="2108061"/>
            <a:ext cx="2431847" cy="1080000"/>
          </a:xfrm>
          <a:prstGeom prst="rect">
            <a:avLst/>
          </a:prstGeom>
          <a:noFill/>
          <a:ln>
            <a:solidFill>
              <a:srgbClr val="FCFC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29" name="Picture 28" descr="A cloud with a blue and yellow gear&#10;&#10;AI-generated content may be incorrect.">
            <a:extLst>
              <a:ext uri="{FF2B5EF4-FFF2-40B4-BE49-F238E27FC236}">
                <a16:creationId xmlns:a16="http://schemas.microsoft.com/office/drawing/2014/main" id="{AD498626-39CE-2F5D-3361-3085D6C0F8E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2514" y="2288061"/>
            <a:ext cx="720000" cy="72000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90C817C5-1D56-A4A2-7319-948D58713595}"/>
              </a:ext>
            </a:extLst>
          </p:cNvPr>
          <p:cNvSpPr/>
          <p:nvPr/>
        </p:nvSpPr>
        <p:spPr>
          <a:xfrm>
            <a:off x="5746591" y="407440"/>
            <a:ext cx="2431847" cy="1080000"/>
          </a:xfrm>
          <a:prstGeom prst="rect">
            <a:avLst/>
          </a:prstGeom>
          <a:noFill/>
          <a:ln>
            <a:solidFill>
              <a:srgbClr val="FCFC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31" name="Picture 30" descr="A blue and white paper with black text&#10;&#10;AI-generated content may be incorrect.">
            <a:extLst>
              <a:ext uri="{FF2B5EF4-FFF2-40B4-BE49-F238E27FC236}">
                <a16:creationId xmlns:a16="http://schemas.microsoft.com/office/drawing/2014/main" id="{B5789738-7EF7-0C49-CFED-6BE736623F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2514" y="587440"/>
            <a:ext cx="720000" cy="72000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59477DD7-CD78-C3EC-6B05-2AE9635BDAC4}"/>
              </a:ext>
            </a:extLst>
          </p:cNvPr>
          <p:cNvSpPr/>
          <p:nvPr/>
        </p:nvSpPr>
        <p:spPr>
          <a:xfrm>
            <a:off x="3109483" y="407440"/>
            <a:ext cx="2431847" cy="1080000"/>
          </a:xfrm>
          <a:prstGeom prst="rect">
            <a:avLst/>
          </a:prstGeom>
          <a:noFill/>
          <a:ln>
            <a:solidFill>
              <a:srgbClr val="FCFC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33" name="Picture 32" descr="A colorful bars with dots&#10;&#10;AI-generated content may be incorrect.">
            <a:extLst>
              <a:ext uri="{FF2B5EF4-FFF2-40B4-BE49-F238E27FC236}">
                <a16:creationId xmlns:a16="http://schemas.microsoft.com/office/drawing/2014/main" id="{B807EC2E-2643-C1FA-235C-15A7BCCB64F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5406" y="587440"/>
            <a:ext cx="720000" cy="7200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30970A8-FA89-EA34-E299-D1980D23622B}"/>
              </a:ext>
            </a:extLst>
          </p:cNvPr>
          <p:cNvSpPr/>
          <p:nvPr/>
        </p:nvSpPr>
        <p:spPr>
          <a:xfrm>
            <a:off x="398439" y="2108061"/>
            <a:ext cx="2431847" cy="1080000"/>
          </a:xfrm>
          <a:prstGeom prst="rect">
            <a:avLst/>
          </a:prstGeom>
          <a:noFill/>
          <a:ln>
            <a:solidFill>
              <a:srgbClr val="FCFCF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pic>
        <p:nvPicPr>
          <p:cNvPr id="35" name="Picture 34" descr="A yellow folder with white text and a white circle&#10;&#10;AI-generated content may be incorrect.">
            <a:extLst>
              <a:ext uri="{FF2B5EF4-FFF2-40B4-BE49-F238E27FC236}">
                <a16:creationId xmlns:a16="http://schemas.microsoft.com/office/drawing/2014/main" id="{3A744BCA-B009-CD20-4693-92038600BC4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4362" y="2288061"/>
            <a:ext cx="720000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85388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Gabriela Servidone</dc:creator>
  <cp:lastModifiedBy>Gabriela Servidone</cp:lastModifiedBy>
  <cp:revision>3</cp:revision>
  <dcterms:created xsi:type="dcterms:W3CDTF">2025-08-07T13:47:32Z</dcterms:created>
  <dcterms:modified xsi:type="dcterms:W3CDTF">2025-08-07T16:10:57Z</dcterms:modified>
</cp:coreProperties>
</file>