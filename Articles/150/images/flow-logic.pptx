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953500" cy="7524750"/>
  <p:notesSz cx="7524750" cy="895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500" y="-266700"/>
            <a:ext cx="8572500" cy="8572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38500" y="247650"/>
            <a:ext cx="2476500" cy="1540966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9525">
            <a:solidFill>
              <a:srgbClr val="000F33">
                <a:alpha val="1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438525" y="428625"/>
            <a:ext cx="266700" cy="266700"/>
          </a:xfrm>
          <a:prstGeom prst="ellipse">
            <a:avLst/>
          </a:prstGeom>
          <a:solidFill>
            <a:srgbClr val="2E6BE5"/>
          </a:solidFill>
          <a:ln/>
        </p:spPr>
      </p:sp>
      <p:sp>
        <p:nvSpPr>
          <p:cNvPr id="5" name="Text 2"/>
          <p:cNvSpPr/>
          <p:nvPr/>
        </p:nvSpPr>
        <p:spPr>
          <a:xfrm>
            <a:off x="3400425" y="4286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781425" y="481012"/>
            <a:ext cx="619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5C6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438525" y="790575"/>
            <a:ext cx="2152650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00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file corresponding to iterator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29350" y="2419350"/>
            <a:ext cx="2476500" cy="1268611"/>
          </a:xfrm>
          <a:prstGeom prst="roundRect">
            <a:avLst>
              <a:gd name="adj" fmla="val 12013"/>
            </a:avLst>
          </a:prstGeom>
          <a:solidFill>
            <a:srgbClr val="FFFFFF"/>
          </a:solidFill>
          <a:ln w="9525">
            <a:solidFill>
              <a:srgbClr val="000F33">
                <a:alpha val="1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29375" y="2600325"/>
            <a:ext cx="266700" cy="266700"/>
          </a:xfrm>
          <a:prstGeom prst="ellipse">
            <a:avLst/>
          </a:prstGeom>
          <a:solidFill>
            <a:srgbClr val="2E6BE5"/>
          </a:solidFill>
          <a:ln/>
        </p:spPr>
      </p:sp>
      <p:sp>
        <p:nvSpPr>
          <p:cNvPr id="10" name="Text 7"/>
          <p:cNvSpPr/>
          <p:nvPr/>
        </p:nvSpPr>
        <p:spPr>
          <a:xfrm>
            <a:off x="6391275" y="26003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72275" y="2652713"/>
            <a:ext cx="46062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5C6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29375" y="2962275"/>
            <a:ext cx="215265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00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input data from selected file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086350" y="5934075"/>
            <a:ext cx="2476500" cy="996255"/>
          </a:xfrm>
          <a:prstGeom prst="roundRect">
            <a:avLst>
              <a:gd name="adj" fmla="val 15297"/>
            </a:avLst>
          </a:prstGeom>
          <a:solidFill>
            <a:srgbClr val="FFFFFF"/>
          </a:solidFill>
          <a:ln w="9525">
            <a:solidFill>
              <a:srgbClr val="000F33">
                <a:alpha val="1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86375" y="6115050"/>
            <a:ext cx="266700" cy="266700"/>
          </a:xfrm>
          <a:prstGeom prst="ellipse">
            <a:avLst/>
          </a:prstGeom>
          <a:solidFill>
            <a:srgbClr val="2E6BE5"/>
          </a:solidFill>
          <a:ln/>
        </p:spPr>
      </p:sp>
      <p:sp>
        <p:nvSpPr>
          <p:cNvPr id="15" name="Text 12"/>
          <p:cNvSpPr/>
          <p:nvPr/>
        </p:nvSpPr>
        <p:spPr>
          <a:xfrm>
            <a:off x="5248275" y="61150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29275" y="6167438"/>
            <a:ext cx="5359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5C6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286375" y="6477000"/>
            <a:ext cx="2284095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00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math program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390650" y="5934075"/>
            <a:ext cx="2476500" cy="996255"/>
          </a:xfrm>
          <a:prstGeom prst="roundRect">
            <a:avLst>
              <a:gd name="adj" fmla="val 15297"/>
            </a:avLst>
          </a:prstGeom>
          <a:solidFill>
            <a:srgbClr val="FFFFFF"/>
          </a:solidFill>
          <a:ln w="9525">
            <a:solidFill>
              <a:srgbClr val="000F33">
                <a:alpha val="1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590675" y="6115050"/>
            <a:ext cx="266700" cy="266700"/>
          </a:xfrm>
          <a:prstGeom prst="ellipse">
            <a:avLst/>
          </a:prstGeom>
          <a:solidFill>
            <a:srgbClr val="2E6BE5"/>
          </a:solidFill>
          <a:ln/>
        </p:spPr>
      </p:sp>
      <p:sp>
        <p:nvSpPr>
          <p:cNvPr id="20" name="Text 17"/>
          <p:cNvSpPr/>
          <p:nvPr/>
        </p:nvSpPr>
        <p:spPr>
          <a:xfrm>
            <a:off x="1552575" y="61150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933575" y="6167438"/>
            <a:ext cx="5444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5C6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590675" y="6477000"/>
            <a:ext cx="2284095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00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output results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247650" y="2419350"/>
            <a:ext cx="2476500" cy="996255"/>
          </a:xfrm>
          <a:prstGeom prst="roundRect">
            <a:avLst>
              <a:gd name="adj" fmla="val 15297"/>
            </a:avLst>
          </a:prstGeom>
          <a:solidFill>
            <a:srgbClr val="FFFFFF"/>
          </a:solidFill>
          <a:ln w="9525">
            <a:solidFill>
              <a:srgbClr val="000F33">
                <a:alpha val="1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7675" y="2600325"/>
            <a:ext cx="266700" cy="266700"/>
          </a:xfrm>
          <a:prstGeom prst="ellipse">
            <a:avLst/>
          </a:prstGeom>
          <a:solidFill>
            <a:srgbClr val="2E6BE5"/>
          </a:solidFill>
          <a:ln/>
        </p:spPr>
      </p:sp>
      <p:sp>
        <p:nvSpPr>
          <p:cNvPr id="25" name="Text 22"/>
          <p:cNvSpPr/>
          <p:nvPr/>
        </p:nvSpPr>
        <p:spPr>
          <a:xfrm>
            <a:off x="409575" y="26003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90575" y="2652713"/>
            <a:ext cx="7621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5C6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47675" y="2962275"/>
            <a:ext cx="2284095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00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iterator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4206032" y="3757613"/>
            <a:ext cx="5412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96" kern="0" dirty="0">
                <a:solidFill>
                  <a:srgbClr val="5C6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111736" y="4005262"/>
            <a:ext cx="27298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pass per input file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2026-09-15T20:08:23Z</dcterms:created>
  <dcterms:modified xsi:type="dcterms:W3CDTF">2026-09-15T20:08:23Z</dcterms:modified>
</cp:coreProperties>
</file>