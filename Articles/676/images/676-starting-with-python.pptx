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Avenir" panose="020B0604020202020204" charset="-78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288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12815" y="1363918"/>
            <a:ext cx="11831324" cy="7028291"/>
            <a:chOff x="0" y="0"/>
            <a:chExt cx="2273300" cy="13504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3300" cy="1350433"/>
            </a:xfrm>
            <a:custGeom>
              <a:avLst/>
              <a:gdLst/>
              <a:ahLst/>
              <a:cxnLst/>
              <a:rect l="l" t="t" r="r" b="b"/>
              <a:pathLst>
                <a:path w="2273300" h="1350433">
                  <a:moveTo>
                    <a:pt x="5521" y="0"/>
                  </a:moveTo>
                  <a:lnTo>
                    <a:pt x="2267779" y="0"/>
                  </a:lnTo>
                  <a:cubicBezTo>
                    <a:pt x="2269243" y="0"/>
                    <a:pt x="2270647" y="582"/>
                    <a:pt x="2271683" y="1617"/>
                  </a:cubicBezTo>
                  <a:cubicBezTo>
                    <a:pt x="2272718" y="2653"/>
                    <a:pt x="2273300" y="4057"/>
                    <a:pt x="2273300" y="5521"/>
                  </a:cubicBezTo>
                  <a:lnTo>
                    <a:pt x="2273300" y="1344912"/>
                  </a:lnTo>
                  <a:cubicBezTo>
                    <a:pt x="2273300" y="1346377"/>
                    <a:pt x="2272718" y="1347781"/>
                    <a:pt x="2271683" y="1348816"/>
                  </a:cubicBezTo>
                  <a:cubicBezTo>
                    <a:pt x="2270647" y="1349852"/>
                    <a:pt x="2269243" y="1350433"/>
                    <a:pt x="2267779" y="1350433"/>
                  </a:cubicBezTo>
                  <a:lnTo>
                    <a:pt x="5521" y="1350433"/>
                  </a:lnTo>
                  <a:cubicBezTo>
                    <a:pt x="2472" y="1350433"/>
                    <a:pt x="0" y="1347962"/>
                    <a:pt x="0" y="1344912"/>
                  </a:cubicBezTo>
                  <a:lnTo>
                    <a:pt x="0" y="5521"/>
                  </a:lnTo>
                  <a:cubicBezTo>
                    <a:pt x="0" y="4057"/>
                    <a:pt x="582" y="2653"/>
                    <a:pt x="1617" y="1617"/>
                  </a:cubicBezTo>
                  <a:cubicBezTo>
                    <a:pt x="2653" y="582"/>
                    <a:pt x="4057" y="0"/>
                    <a:pt x="5521" y="0"/>
                  </a:cubicBezTo>
                  <a:close/>
                </a:path>
              </a:pathLst>
            </a:custGeom>
            <a:solidFill>
              <a:srgbClr val="C0F9FF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73300" cy="1388533"/>
            </a:xfrm>
            <a:prstGeom prst="rect">
              <a:avLst/>
            </a:prstGeom>
          </p:spPr>
          <p:txBody>
            <a:bodyPr lIns="428625" tIns="428625" rIns="428625" bIns="428625" rtlCol="0" anchor="ctr"/>
            <a:lstStyle/>
            <a:p>
              <a:pPr algn="ctr">
                <a:lnSpc>
                  <a:spcPts val="236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24546" y="2731754"/>
            <a:ext cx="5045388" cy="5067420"/>
            <a:chOff x="0" y="0"/>
            <a:chExt cx="969433" cy="9736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9433" cy="973667"/>
            </a:xfrm>
            <a:custGeom>
              <a:avLst/>
              <a:gdLst/>
              <a:ahLst/>
              <a:cxnLst/>
              <a:rect l="l" t="t" r="r" b="b"/>
              <a:pathLst>
                <a:path w="969433" h="973667">
                  <a:moveTo>
                    <a:pt x="12947" y="0"/>
                  </a:moveTo>
                  <a:lnTo>
                    <a:pt x="956486" y="0"/>
                  </a:lnTo>
                  <a:cubicBezTo>
                    <a:pt x="959920" y="0"/>
                    <a:pt x="963213" y="1364"/>
                    <a:pt x="965641" y="3792"/>
                  </a:cubicBezTo>
                  <a:cubicBezTo>
                    <a:pt x="968069" y="6220"/>
                    <a:pt x="969433" y="9513"/>
                    <a:pt x="969433" y="12947"/>
                  </a:cubicBezTo>
                  <a:lnTo>
                    <a:pt x="969433" y="960720"/>
                  </a:lnTo>
                  <a:cubicBezTo>
                    <a:pt x="969433" y="967870"/>
                    <a:pt x="963637" y="973667"/>
                    <a:pt x="956486" y="973667"/>
                  </a:cubicBezTo>
                  <a:lnTo>
                    <a:pt x="12947" y="973667"/>
                  </a:lnTo>
                  <a:cubicBezTo>
                    <a:pt x="5797" y="973667"/>
                    <a:pt x="0" y="967870"/>
                    <a:pt x="0" y="960720"/>
                  </a:cubicBezTo>
                  <a:lnTo>
                    <a:pt x="0" y="12947"/>
                  </a:lnTo>
                  <a:cubicBezTo>
                    <a:pt x="0" y="5797"/>
                    <a:pt x="5797" y="0"/>
                    <a:pt x="12947" y="0"/>
                  </a:cubicBezTo>
                  <a:close/>
                </a:path>
              </a:pathLst>
            </a:custGeom>
            <a:solidFill>
              <a:srgbClr val="EBEBEB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69433" cy="1011767"/>
            </a:xfrm>
            <a:prstGeom prst="rect">
              <a:avLst/>
            </a:prstGeom>
          </p:spPr>
          <p:txBody>
            <a:bodyPr lIns="428625" tIns="428625" rIns="428625" bIns="428625" rtlCol="0" anchor="ctr"/>
            <a:lstStyle/>
            <a:p>
              <a:pPr algn="ctr">
                <a:lnSpc>
                  <a:spcPts val="236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445291" y="4097754"/>
            <a:ext cx="2403898" cy="3047731"/>
          </a:xfrm>
          <a:custGeom>
            <a:avLst/>
            <a:gdLst/>
            <a:ahLst/>
            <a:cxnLst/>
            <a:rect l="l" t="t" r="r" b="b"/>
            <a:pathLst>
              <a:path w="2403898" h="3047731">
                <a:moveTo>
                  <a:pt x="0" y="0"/>
                </a:moveTo>
                <a:lnTo>
                  <a:pt x="2403898" y="0"/>
                </a:lnTo>
                <a:lnTo>
                  <a:pt x="2403898" y="3047732"/>
                </a:lnTo>
                <a:lnTo>
                  <a:pt x="0" y="304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4565640" y="3017595"/>
            <a:ext cx="4163200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7"/>
              </a:lnSpc>
              <a:spcBef>
                <a:spcPct val="0"/>
              </a:spcBef>
            </a:pPr>
            <a:r>
              <a:rPr lang="en-US" sz="3469" dirty="0">
                <a:solidFill>
                  <a:srgbClr val="000000"/>
                </a:solidFill>
                <a:latin typeface="Avenir" panose="020B0604020202020204" charset="-78"/>
                <a:ea typeface="Avenir"/>
                <a:cs typeface="Avenir" panose="020B0604020202020204" charset="-78"/>
                <a:sym typeface="Avenir"/>
              </a:rPr>
              <a:t>Virtual Environment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487020" y="2731754"/>
            <a:ext cx="5045388" cy="5067420"/>
            <a:chOff x="0" y="0"/>
            <a:chExt cx="969433" cy="9736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9433" cy="973667"/>
            </a:xfrm>
            <a:custGeom>
              <a:avLst/>
              <a:gdLst/>
              <a:ahLst/>
              <a:cxnLst/>
              <a:rect l="l" t="t" r="r" b="b"/>
              <a:pathLst>
                <a:path w="969433" h="973667">
                  <a:moveTo>
                    <a:pt x="12947" y="0"/>
                  </a:moveTo>
                  <a:lnTo>
                    <a:pt x="956486" y="0"/>
                  </a:lnTo>
                  <a:cubicBezTo>
                    <a:pt x="959920" y="0"/>
                    <a:pt x="963213" y="1364"/>
                    <a:pt x="965641" y="3792"/>
                  </a:cubicBezTo>
                  <a:cubicBezTo>
                    <a:pt x="968069" y="6220"/>
                    <a:pt x="969433" y="9513"/>
                    <a:pt x="969433" y="12947"/>
                  </a:cubicBezTo>
                  <a:lnTo>
                    <a:pt x="969433" y="960720"/>
                  </a:lnTo>
                  <a:cubicBezTo>
                    <a:pt x="969433" y="967870"/>
                    <a:pt x="963637" y="973667"/>
                    <a:pt x="956486" y="973667"/>
                  </a:cubicBezTo>
                  <a:lnTo>
                    <a:pt x="12947" y="973667"/>
                  </a:lnTo>
                  <a:cubicBezTo>
                    <a:pt x="5797" y="973667"/>
                    <a:pt x="0" y="967870"/>
                    <a:pt x="0" y="960720"/>
                  </a:cubicBezTo>
                  <a:lnTo>
                    <a:pt x="0" y="12947"/>
                  </a:lnTo>
                  <a:cubicBezTo>
                    <a:pt x="0" y="5797"/>
                    <a:pt x="5797" y="0"/>
                    <a:pt x="12947" y="0"/>
                  </a:cubicBezTo>
                  <a:close/>
                </a:path>
              </a:pathLst>
            </a:custGeom>
            <a:solidFill>
              <a:srgbClr val="EBEBEB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69433" cy="1011767"/>
            </a:xfrm>
            <a:prstGeom prst="rect">
              <a:avLst/>
            </a:prstGeom>
          </p:spPr>
          <p:txBody>
            <a:bodyPr lIns="428625" tIns="428625" rIns="428625" bIns="428625" rtlCol="0" anchor="ctr"/>
            <a:lstStyle/>
            <a:p>
              <a:pPr algn="ctr">
                <a:lnSpc>
                  <a:spcPts val="2362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807765" y="4097754"/>
            <a:ext cx="2403898" cy="3047731"/>
          </a:xfrm>
          <a:custGeom>
            <a:avLst/>
            <a:gdLst/>
            <a:ahLst/>
            <a:cxnLst/>
            <a:rect l="l" t="t" r="r" b="b"/>
            <a:pathLst>
              <a:path w="2403898" h="3047731">
                <a:moveTo>
                  <a:pt x="0" y="0"/>
                </a:moveTo>
                <a:lnTo>
                  <a:pt x="2403898" y="0"/>
                </a:lnTo>
                <a:lnTo>
                  <a:pt x="2403898" y="3047732"/>
                </a:lnTo>
                <a:lnTo>
                  <a:pt x="0" y="3047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4" name="TextBox 14"/>
          <p:cNvSpPr txBox="1"/>
          <p:nvPr/>
        </p:nvSpPr>
        <p:spPr>
          <a:xfrm>
            <a:off x="9866151" y="3017595"/>
            <a:ext cx="4287126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7"/>
              </a:lnSpc>
              <a:spcBef>
                <a:spcPct val="0"/>
              </a:spcBef>
            </a:pPr>
            <a:r>
              <a:rPr lang="en-US" sz="3469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Virtual Environment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8805" y="1780117"/>
            <a:ext cx="4179344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7"/>
              </a:lnSpc>
              <a:spcBef>
                <a:spcPct val="0"/>
              </a:spcBef>
            </a:pPr>
            <a:r>
              <a:rPr lang="en-US" sz="3469" dirty="0">
                <a:solidFill>
                  <a:srgbClr val="000000"/>
                </a:solidFill>
                <a:latin typeface="Avenir" panose="020B0604020202020204" charset="-78"/>
                <a:ea typeface="Avenir"/>
                <a:cs typeface="Avenir" panose="020B0604020202020204" charset="-78"/>
                <a:sym typeface="Avenir"/>
              </a:rPr>
              <a:t>Python Interpreter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Avenir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Python-Brigde Icons (Apresentação)</dc:title>
  <cp:lastModifiedBy>Gabriela Servidone</cp:lastModifiedBy>
  <cp:revision>2</cp:revision>
  <dcterms:created xsi:type="dcterms:W3CDTF">2006-08-16T00:00:00Z</dcterms:created>
  <dcterms:modified xsi:type="dcterms:W3CDTF">2025-10-17T15:20:11Z</dcterms:modified>
  <dc:identifier>DAG2D8WT5Jc</dc:identifier>
</cp:coreProperties>
</file>